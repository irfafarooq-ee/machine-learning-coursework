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1DF77F-2EFF-4538-9402-019A0DC674AC}" type="doc">
      <dgm:prSet loTypeId="urn:microsoft.com/office/officeart/2005/8/layout/bProcess3" loCatId="process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EA8368E-968E-4F6E-BBEE-D258D3A436A9}">
      <dgm:prSet custT="1"/>
      <dgm:spPr/>
      <dgm:t>
        <a:bodyPr/>
        <a:lstStyle/>
        <a:p>
          <a:r>
            <a:rPr lang="en-US" sz="1600" b="1" dirty="0"/>
            <a:t>Data Loading</a:t>
          </a:r>
        </a:p>
      </dgm:t>
    </dgm:pt>
    <dgm:pt modelId="{A8511D5E-1277-4A34-A2E8-9106C50D76A9}" type="parTrans" cxnId="{170C3A5C-287E-4E60-8A59-5AF8816BEC71}">
      <dgm:prSet/>
      <dgm:spPr/>
      <dgm:t>
        <a:bodyPr/>
        <a:lstStyle/>
        <a:p>
          <a:endParaRPr lang="en-US"/>
        </a:p>
      </dgm:t>
    </dgm:pt>
    <dgm:pt modelId="{F6C28F9B-1607-492F-BB43-F29D2B9D52A9}" type="sibTrans" cxnId="{170C3A5C-287E-4E60-8A59-5AF8816BEC71}">
      <dgm:prSet/>
      <dgm:spPr/>
      <dgm:t>
        <a:bodyPr/>
        <a:lstStyle/>
        <a:p>
          <a:endParaRPr lang="en-US"/>
        </a:p>
      </dgm:t>
    </dgm:pt>
    <dgm:pt modelId="{FBE32F73-A093-41C5-A854-1DA10D04D47F}">
      <dgm:prSet custT="1"/>
      <dgm:spPr/>
      <dgm:t>
        <a:bodyPr/>
        <a:lstStyle/>
        <a:p>
          <a:r>
            <a:rPr lang="en-US" sz="1600" b="1" dirty="0"/>
            <a:t>Preprocessing</a:t>
          </a:r>
        </a:p>
      </dgm:t>
    </dgm:pt>
    <dgm:pt modelId="{802BA87E-0655-42F5-91AE-1A1AD0B1836B}" type="parTrans" cxnId="{8192B983-D9CA-4629-87A1-AF543306CD62}">
      <dgm:prSet/>
      <dgm:spPr/>
      <dgm:t>
        <a:bodyPr/>
        <a:lstStyle/>
        <a:p>
          <a:endParaRPr lang="en-US"/>
        </a:p>
      </dgm:t>
    </dgm:pt>
    <dgm:pt modelId="{AD26225D-0A5E-4BA2-A530-3C8F252CDB6C}" type="sibTrans" cxnId="{8192B983-D9CA-4629-87A1-AF543306CD62}">
      <dgm:prSet/>
      <dgm:spPr/>
      <dgm:t>
        <a:bodyPr/>
        <a:lstStyle/>
        <a:p>
          <a:endParaRPr lang="en-US"/>
        </a:p>
      </dgm:t>
    </dgm:pt>
    <dgm:pt modelId="{DEE30CC9-7D94-4162-9685-B6233BF52E54}">
      <dgm:prSet custT="1"/>
      <dgm:spPr/>
      <dgm:t>
        <a:bodyPr/>
        <a:lstStyle/>
        <a:p>
          <a:r>
            <a:rPr lang="en-US" sz="1600" b="1" dirty="0"/>
            <a:t>Splitting Data</a:t>
          </a:r>
        </a:p>
      </dgm:t>
    </dgm:pt>
    <dgm:pt modelId="{61277D8A-95BE-4038-858E-2FA736A4FA59}" type="parTrans" cxnId="{877C1F63-B734-4A5E-BBAC-F8E5368B99F7}">
      <dgm:prSet/>
      <dgm:spPr/>
      <dgm:t>
        <a:bodyPr/>
        <a:lstStyle/>
        <a:p>
          <a:endParaRPr lang="en-US"/>
        </a:p>
      </dgm:t>
    </dgm:pt>
    <dgm:pt modelId="{81BFC51E-EE8C-4B0C-94A6-739C9FBDB1B2}" type="sibTrans" cxnId="{877C1F63-B734-4A5E-BBAC-F8E5368B99F7}">
      <dgm:prSet/>
      <dgm:spPr/>
      <dgm:t>
        <a:bodyPr/>
        <a:lstStyle/>
        <a:p>
          <a:endParaRPr lang="en-US"/>
        </a:p>
      </dgm:t>
    </dgm:pt>
    <dgm:pt modelId="{02E82FB1-8CA7-48E1-B5F2-73A034C9EFA9}">
      <dgm:prSet custT="1"/>
      <dgm:spPr/>
      <dgm:t>
        <a:bodyPr/>
        <a:lstStyle/>
        <a:p>
          <a:r>
            <a:rPr lang="en-US" sz="1600" b="1" dirty="0"/>
            <a:t>Model Selection</a:t>
          </a:r>
        </a:p>
      </dgm:t>
    </dgm:pt>
    <dgm:pt modelId="{3095CABC-3529-4607-88FB-BCEB2C4BA074}" type="parTrans" cxnId="{7D19F78F-5C78-4DF2-B3A4-0F6451A8FDE7}">
      <dgm:prSet/>
      <dgm:spPr/>
      <dgm:t>
        <a:bodyPr/>
        <a:lstStyle/>
        <a:p>
          <a:endParaRPr lang="en-US"/>
        </a:p>
      </dgm:t>
    </dgm:pt>
    <dgm:pt modelId="{0A1648B8-90CE-476C-87D7-DA1EEDB5B01E}" type="sibTrans" cxnId="{7D19F78F-5C78-4DF2-B3A4-0F6451A8FDE7}">
      <dgm:prSet/>
      <dgm:spPr/>
      <dgm:t>
        <a:bodyPr/>
        <a:lstStyle/>
        <a:p>
          <a:endParaRPr lang="en-US"/>
        </a:p>
      </dgm:t>
    </dgm:pt>
    <dgm:pt modelId="{7BC8341C-22A1-4BF3-A342-B70FC4F518A1}">
      <dgm:prSet custT="1"/>
      <dgm:spPr/>
      <dgm:t>
        <a:bodyPr/>
        <a:lstStyle/>
        <a:p>
          <a:r>
            <a:rPr lang="en-US" sz="1600" b="1" dirty="0"/>
            <a:t>Model Training</a:t>
          </a:r>
        </a:p>
      </dgm:t>
    </dgm:pt>
    <dgm:pt modelId="{4EC47F63-D643-4531-8950-5509ABB77A7E}" type="parTrans" cxnId="{49575547-124F-4119-9F6C-3D7C63E1DEC0}">
      <dgm:prSet/>
      <dgm:spPr/>
      <dgm:t>
        <a:bodyPr/>
        <a:lstStyle/>
        <a:p>
          <a:endParaRPr lang="en-US"/>
        </a:p>
      </dgm:t>
    </dgm:pt>
    <dgm:pt modelId="{C9EBF462-A560-4BAC-8F51-4FAE2C357D4B}" type="sibTrans" cxnId="{49575547-124F-4119-9F6C-3D7C63E1DEC0}">
      <dgm:prSet/>
      <dgm:spPr/>
      <dgm:t>
        <a:bodyPr/>
        <a:lstStyle/>
        <a:p>
          <a:endParaRPr lang="en-US"/>
        </a:p>
      </dgm:t>
    </dgm:pt>
    <dgm:pt modelId="{05E0B38E-0F6C-4A5F-873D-A6BC6562C0EC}">
      <dgm:prSet custT="1"/>
      <dgm:spPr/>
      <dgm:t>
        <a:bodyPr/>
        <a:lstStyle/>
        <a:p>
          <a:r>
            <a:rPr lang="en-US" sz="1600" b="1" dirty="0"/>
            <a:t>Prediction</a:t>
          </a:r>
        </a:p>
      </dgm:t>
    </dgm:pt>
    <dgm:pt modelId="{05A02B6E-8C2E-4746-BA90-726327968966}" type="parTrans" cxnId="{624A0FA8-07E1-42D4-A8DD-5F64A04B9A8F}">
      <dgm:prSet/>
      <dgm:spPr/>
      <dgm:t>
        <a:bodyPr/>
        <a:lstStyle/>
        <a:p>
          <a:endParaRPr lang="en-US"/>
        </a:p>
      </dgm:t>
    </dgm:pt>
    <dgm:pt modelId="{E12B191C-3404-4398-8EC2-CC4649B68145}" type="sibTrans" cxnId="{624A0FA8-07E1-42D4-A8DD-5F64A04B9A8F}">
      <dgm:prSet/>
      <dgm:spPr/>
      <dgm:t>
        <a:bodyPr/>
        <a:lstStyle/>
        <a:p>
          <a:endParaRPr lang="en-US"/>
        </a:p>
      </dgm:t>
    </dgm:pt>
    <dgm:pt modelId="{3E89C9A5-4166-42AD-B3FB-489C7BB0684E}">
      <dgm:prSet custT="1"/>
      <dgm:spPr/>
      <dgm:t>
        <a:bodyPr/>
        <a:lstStyle/>
        <a:p>
          <a:r>
            <a:rPr lang="en-US" sz="1600" b="1" dirty="0"/>
            <a:t>Evaluation</a:t>
          </a:r>
        </a:p>
      </dgm:t>
    </dgm:pt>
    <dgm:pt modelId="{4C724CD7-BC1C-466E-87C7-955B78FFEB52}" type="parTrans" cxnId="{1167090E-D513-4C2A-B357-D592DF0E9BC2}">
      <dgm:prSet/>
      <dgm:spPr/>
      <dgm:t>
        <a:bodyPr/>
        <a:lstStyle/>
        <a:p>
          <a:endParaRPr lang="en-US"/>
        </a:p>
      </dgm:t>
    </dgm:pt>
    <dgm:pt modelId="{119DEFD4-8AC1-4115-B92D-8747778C5614}" type="sibTrans" cxnId="{1167090E-D513-4C2A-B357-D592DF0E9BC2}">
      <dgm:prSet/>
      <dgm:spPr/>
      <dgm:t>
        <a:bodyPr/>
        <a:lstStyle/>
        <a:p>
          <a:endParaRPr lang="en-US"/>
        </a:p>
      </dgm:t>
    </dgm:pt>
    <dgm:pt modelId="{FDC76F8E-65CF-4A5F-979D-5EC3973A8E36}" type="pres">
      <dgm:prSet presAssocID="{2C1DF77F-2EFF-4538-9402-019A0DC674AC}" presName="Name0" presStyleCnt="0">
        <dgm:presLayoutVars>
          <dgm:dir/>
          <dgm:resizeHandles val="exact"/>
        </dgm:presLayoutVars>
      </dgm:prSet>
      <dgm:spPr/>
    </dgm:pt>
    <dgm:pt modelId="{4F746BC7-969E-48AA-A4B8-62D351B4028E}" type="pres">
      <dgm:prSet presAssocID="{EEA8368E-968E-4F6E-BBEE-D258D3A436A9}" presName="node" presStyleLbl="node1" presStyleIdx="0" presStyleCnt="7">
        <dgm:presLayoutVars>
          <dgm:bulletEnabled val="1"/>
        </dgm:presLayoutVars>
      </dgm:prSet>
      <dgm:spPr>
        <a:prstGeom prst="flowChartPreparation">
          <a:avLst/>
        </a:prstGeom>
      </dgm:spPr>
    </dgm:pt>
    <dgm:pt modelId="{981878EA-4B77-40BD-BBFB-A7D355F6B5F5}" type="pres">
      <dgm:prSet presAssocID="{F6C28F9B-1607-492F-BB43-F29D2B9D52A9}" presName="sibTrans" presStyleLbl="sibTrans1D1" presStyleIdx="0" presStyleCnt="6"/>
      <dgm:spPr/>
    </dgm:pt>
    <dgm:pt modelId="{D1C6B190-825F-4FB1-B208-5ECEAB2422D8}" type="pres">
      <dgm:prSet presAssocID="{F6C28F9B-1607-492F-BB43-F29D2B9D52A9}" presName="connectorText" presStyleLbl="sibTrans1D1" presStyleIdx="0" presStyleCnt="6"/>
      <dgm:spPr/>
    </dgm:pt>
    <dgm:pt modelId="{3E751AB2-AC77-47FD-8FE3-6A32C05D8153}" type="pres">
      <dgm:prSet presAssocID="{FBE32F73-A093-41C5-A854-1DA10D04D47F}" presName="node" presStyleLbl="node1" presStyleIdx="1" presStyleCnt="7">
        <dgm:presLayoutVars>
          <dgm:bulletEnabled val="1"/>
        </dgm:presLayoutVars>
      </dgm:prSet>
      <dgm:spPr>
        <a:prstGeom prst="flowChartPreparation">
          <a:avLst/>
        </a:prstGeom>
      </dgm:spPr>
    </dgm:pt>
    <dgm:pt modelId="{4E78B106-3729-438E-A85A-5DABD67809EC}" type="pres">
      <dgm:prSet presAssocID="{AD26225D-0A5E-4BA2-A530-3C8F252CDB6C}" presName="sibTrans" presStyleLbl="sibTrans1D1" presStyleIdx="1" presStyleCnt="6"/>
      <dgm:spPr/>
    </dgm:pt>
    <dgm:pt modelId="{CA4C0B97-CC46-43F4-B491-46F0A49EA8DD}" type="pres">
      <dgm:prSet presAssocID="{AD26225D-0A5E-4BA2-A530-3C8F252CDB6C}" presName="connectorText" presStyleLbl="sibTrans1D1" presStyleIdx="1" presStyleCnt="6"/>
      <dgm:spPr/>
    </dgm:pt>
    <dgm:pt modelId="{D3C4D2F0-F986-4203-B4E5-687180F4B93D}" type="pres">
      <dgm:prSet presAssocID="{DEE30CC9-7D94-4162-9685-B6233BF52E54}" presName="node" presStyleLbl="node1" presStyleIdx="2" presStyleCnt="7">
        <dgm:presLayoutVars>
          <dgm:bulletEnabled val="1"/>
        </dgm:presLayoutVars>
      </dgm:prSet>
      <dgm:spPr>
        <a:prstGeom prst="flowChartPreparation">
          <a:avLst/>
        </a:prstGeom>
      </dgm:spPr>
    </dgm:pt>
    <dgm:pt modelId="{477C65B3-1F4D-4DF6-BC3D-FA1941EC4B0B}" type="pres">
      <dgm:prSet presAssocID="{81BFC51E-EE8C-4B0C-94A6-739C9FBDB1B2}" presName="sibTrans" presStyleLbl="sibTrans1D1" presStyleIdx="2" presStyleCnt="6"/>
      <dgm:spPr/>
    </dgm:pt>
    <dgm:pt modelId="{0106ACB8-CFF5-4777-A848-57E51BAA9E55}" type="pres">
      <dgm:prSet presAssocID="{81BFC51E-EE8C-4B0C-94A6-739C9FBDB1B2}" presName="connectorText" presStyleLbl="sibTrans1D1" presStyleIdx="2" presStyleCnt="6"/>
      <dgm:spPr/>
    </dgm:pt>
    <dgm:pt modelId="{60EEA6CC-9592-4370-9271-E55D8133F960}" type="pres">
      <dgm:prSet presAssocID="{02E82FB1-8CA7-48E1-B5F2-73A034C9EFA9}" presName="node" presStyleLbl="node1" presStyleIdx="3" presStyleCnt="7">
        <dgm:presLayoutVars>
          <dgm:bulletEnabled val="1"/>
        </dgm:presLayoutVars>
      </dgm:prSet>
      <dgm:spPr>
        <a:prstGeom prst="flowChartPreparation">
          <a:avLst/>
        </a:prstGeom>
      </dgm:spPr>
    </dgm:pt>
    <dgm:pt modelId="{BACDBFE9-B2FB-4921-9AE2-C4F7BCBBAF4D}" type="pres">
      <dgm:prSet presAssocID="{0A1648B8-90CE-476C-87D7-DA1EEDB5B01E}" presName="sibTrans" presStyleLbl="sibTrans1D1" presStyleIdx="3" presStyleCnt="6"/>
      <dgm:spPr/>
    </dgm:pt>
    <dgm:pt modelId="{5ED07E9B-64A9-4A17-A328-640F18548C0B}" type="pres">
      <dgm:prSet presAssocID="{0A1648B8-90CE-476C-87D7-DA1EEDB5B01E}" presName="connectorText" presStyleLbl="sibTrans1D1" presStyleIdx="3" presStyleCnt="6"/>
      <dgm:spPr/>
    </dgm:pt>
    <dgm:pt modelId="{7AFC7F53-6FA9-455D-9B6D-4FF16CE2053D}" type="pres">
      <dgm:prSet presAssocID="{7BC8341C-22A1-4BF3-A342-B70FC4F518A1}" presName="node" presStyleLbl="node1" presStyleIdx="4" presStyleCnt="7">
        <dgm:presLayoutVars>
          <dgm:bulletEnabled val="1"/>
        </dgm:presLayoutVars>
      </dgm:prSet>
      <dgm:spPr>
        <a:prstGeom prst="flowChartPreparation">
          <a:avLst/>
        </a:prstGeom>
      </dgm:spPr>
    </dgm:pt>
    <dgm:pt modelId="{326AFD33-2C29-4009-9611-FF958FE05A8B}" type="pres">
      <dgm:prSet presAssocID="{C9EBF462-A560-4BAC-8F51-4FAE2C357D4B}" presName="sibTrans" presStyleLbl="sibTrans1D1" presStyleIdx="4" presStyleCnt="6"/>
      <dgm:spPr/>
    </dgm:pt>
    <dgm:pt modelId="{0FB85888-C47E-451A-AF3D-1B8630D72DAD}" type="pres">
      <dgm:prSet presAssocID="{C9EBF462-A560-4BAC-8F51-4FAE2C357D4B}" presName="connectorText" presStyleLbl="sibTrans1D1" presStyleIdx="4" presStyleCnt="6"/>
      <dgm:spPr/>
    </dgm:pt>
    <dgm:pt modelId="{523AF979-71BD-4F5B-8FD9-126DD4E5F547}" type="pres">
      <dgm:prSet presAssocID="{05E0B38E-0F6C-4A5F-873D-A6BC6562C0EC}" presName="node" presStyleLbl="node1" presStyleIdx="5" presStyleCnt="7" custLinFactNeighborX="-405" custLinFactNeighborY="-674">
        <dgm:presLayoutVars>
          <dgm:bulletEnabled val="1"/>
        </dgm:presLayoutVars>
      </dgm:prSet>
      <dgm:spPr>
        <a:prstGeom prst="flowChartPreparation">
          <a:avLst/>
        </a:prstGeom>
      </dgm:spPr>
    </dgm:pt>
    <dgm:pt modelId="{247DF43F-9FC2-44D3-88B9-E4D17B99A4A9}" type="pres">
      <dgm:prSet presAssocID="{E12B191C-3404-4398-8EC2-CC4649B68145}" presName="sibTrans" presStyleLbl="sibTrans1D1" presStyleIdx="5" presStyleCnt="6"/>
      <dgm:spPr/>
    </dgm:pt>
    <dgm:pt modelId="{8BABA57D-6B32-4F0D-8ED5-411E90D70B0C}" type="pres">
      <dgm:prSet presAssocID="{E12B191C-3404-4398-8EC2-CC4649B68145}" presName="connectorText" presStyleLbl="sibTrans1D1" presStyleIdx="5" presStyleCnt="6"/>
      <dgm:spPr/>
    </dgm:pt>
    <dgm:pt modelId="{F3D6CC26-F0C3-45F9-B358-E99D9CBE3943}" type="pres">
      <dgm:prSet presAssocID="{3E89C9A5-4166-42AD-B3FB-489C7BB0684E}" presName="node" presStyleLbl="node1" presStyleIdx="6" presStyleCnt="7">
        <dgm:presLayoutVars>
          <dgm:bulletEnabled val="1"/>
        </dgm:presLayoutVars>
      </dgm:prSet>
      <dgm:spPr>
        <a:prstGeom prst="flowChartPreparation">
          <a:avLst/>
        </a:prstGeom>
      </dgm:spPr>
    </dgm:pt>
  </dgm:ptLst>
  <dgm:cxnLst>
    <dgm:cxn modelId="{30E5140B-27E4-4566-B402-4BEC20736B3A}" type="presOf" srcId="{DEE30CC9-7D94-4162-9685-B6233BF52E54}" destId="{D3C4D2F0-F986-4203-B4E5-687180F4B93D}" srcOrd="0" destOrd="0" presId="urn:microsoft.com/office/officeart/2005/8/layout/bProcess3"/>
    <dgm:cxn modelId="{18107B0B-67F7-4162-989C-DA75C576EB2A}" type="presOf" srcId="{0A1648B8-90CE-476C-87D7-DA1EEDB5B01E}" destId="{5ED07E9B-64A9-4A17-A328-640F18548C0B}" srcOrd="1" destOrd="0" presId="urn:microsoft.com/office/officeart/2005/8/layout/bProcess3"/>
    <dgm:cxn modelId="{1167090E-D513-4C2A-B357-D592DF0E9BC2}" srcId="{2C1DF77F-2EFF-4538-9402-019A0DC674AC}" destId="{3E89C9A5-4166-42AD-B3FB-489C7BB0684E}" srcOrd="6" destOrd="0" parTransId="{4C724CD7-BC1C-466E-87C7-955B78FFEB52}" sibTransId="{119DEFD4-8AC1-4115-B92D-8747778C5614}"/>
    <dgm:cxn modelId="{B2E75B0F-33AD-491C-A17A-0962DF541525}" type="presOf" srcId="{F6C28F9B-1607-492F-BB43-F29D2B9D52A9}" destId="{981878EA-4B77-40BD-BBFB-A7D355F6B5F5}" srcOrd="0" destOrd="0" presId="urn:microsoft.com/office/officeart/2005/8/layout/bProcess3"/>
    <dgm:cxn modelId="{272F7A26-D9A2-4816-A8B2-947BD214F9EE}" type="presOf" srcId="{FBE32F73-A093-41C5-A854-1DA10D04D47F}" destId="{3E751AB2-AC77-47FD-8FE3-6A32C05D8153}" srcOrd="0" destOrd="0" presId="urn:microsoft.com/office/officeart/2005/8/layout/bProcess3"/>
    <dgm:cxn modelId="{E71FD026-F1E3-4FF5-8777-2CF52E60A776}" type="presOf" srcId="{AD26225D-0A5E-4BA2-A530-3C8F252CDB6C}" destId="{4E78B106-3729-438E-A85A-5DABD67809EC}" srcOrd="0" destOrd="0" presId="urn:microsoft.com/office/officeart/2005/8/layout/bProcess3"/>
    <dgm:cxn modelId="{07F0442C-4079-4F40-89D4-4C333FDC7698}" type="presOf" srcId="{81BFC51E-EE8C-4B0C-94A6-739C9FBDB1B2}" destId="{477C65B3-1F4D-4DF6-BC3D-FA1941EC4B0B}" srcOrd="0" destOrd="0" presId="urn:microsoft.com/office/officeart/2005/8/layout/bProcess3"/>
    <dgm:cxn modelId="{170C3A5C-287E-4E60-8A59-5AF8816BEC71}" srcId="{2C1DF77F-2EFF-4538-9402-019A0DC674AC}" destId="{EEA8368E-968E-4F6E-BBEE-D258D3A436A9}" srcOrd="0" destOrd="0" parTransId="{A8511D5E-1277-4A34-A2E8-9106C50D76A9}" sibTransId="{F6C28F9B-1607-492F-BB43-F29D2B9D52A9}"/>
    <dgm:cxn modelId="{877C1F63-B734-4A5E-BBAC-F8E5368B99F7}" srcId="{2C1DF77F-2EFF-4538-9402-019A0DC674AC}" destId="{DEE30CC9-7D94-4162-9685-B6233BF52E54}" srcOrd="2" destOrd="0" parTransId="{61277D8A-95BE-4038-858E-2FA736A4FA59}" sibTransId="{81BFC51E-EE8C-4B0C-94A6-739C9FBDB1B2}"/>
    <dgm:cxn modelId="{49575547-124F-4119-9F6C-3D7C63E1DEC0}" srcId="{2C1DF77F-2EFF-4538-9402-019A0DC674AC}" destId="{7BC8341C-22A1-4BF3-A342-B70FC4F518A1}" srcOrd="4" destOrd="0" parTransId="{4EC47F63-D643-4531-8950-5509ABB77A7E}" sibTransId="{C9EBF462-A560-4BAC-8F51-4FAE2C357D4B}"/>
    <dgm:cxn modelId="{19236172-062C-49CD-9FE4-7C390B1786B3}" type="presOf" srcId="{7BC8341C-22A1-4BF3-A342-B70FC4F518A1}" destId="{7AFC7F53-6FA9-455D-9B6D-4FF16CE2053D}" srcOrd="0" destOrd="0" presId="urn:microsoft.com/office/officeart/2005/8/layout/bProcess3"/>
    <dgm:cxn modelId="{9013C377-C894-44CE-86FF-EEF45E8F9785}" type="presOf" srcId="{EEA8368E-968E-4F6E-BBEE-D258D3A436A9}" destId="{4F746BC7-969E-48AA-A4B8-62D351B4028E}" srcOrd="0" destOrd="0" presId="urn:microsoft.com/office/officeart/2005/8/layout/bProcess3"/>
    <dgm:cxn modelId="{664AF95A-D45C-4C50-8EA0-E878917DCA88}" type="presOf" srcId="{3E89C9A5-4166-42AD-B3FB-489C7BB0684E}" destId="{F3D6CC26-F0C3-45F9-B358-E99D9CBE3943}" srcOrd="0" destOrd="0" presId="urn:microsoft.com/office/officeart/2005/8/layout/bProcess3"/>
    <dgm:cxn modelId="{8192B983-D9CA-4629-87A1-AF543306CD62}" srcId="{2C1DF77F-2EFF-4538-9402-019A0DC674AC}" destId="{FBE32F73-A093-41C5-A854-1DA10D04D47F}" srcOrd="1" destOrd="0" parTransId="{802BA87E-0655-42F5-91AE-1A1AD0B1836B}" sibTransId="{AD26225D-0A5E-4BA2-A530-3C8F252CDB6C}"/>
    <dgm:cxn modelId="{48FCE983-5FC0-4024-B442-0D6434FEFC5D}" type="presOf" srcId="{F6C28F9B-1607-492F-BB43-F29D2B9D52A9}" destId="{D1C6B190-825F-4FB1-B208-5ECEAB2422D8}" srcOrd="1" destOrd="0" presId="urn:microsoft.com/office/officeart/2005/8/layout/bProcess3"/>
    <dgm:cxn modelId="{57F36D87-997D-4320-BB9C-267FB8B7EE29}" type="presOf" srcId="{02E82FB1-8CA7-48E1-B5F2-73A034C9EFA9}" destId="{60EEA6CC-9592-4370-9271-E55D8133F960}" srcOrd="0" destOrd="0" presId="urn:microsoft.com/office/officeart/2005/8/layout/bProcess3"/>
    <dgm:cxn modelId="{7D19F78F-5C78-4DF2-B3A4-0F6451A8FDE7}" srcId="{2C1DF77F-2EFF-4538-9402-019A0DC674AC}" destId="{02E82FB1-8CA7-48E1-B5F2-73A034C9EFA9}" srcOrd="3" destOrd="0" parTransId="{3095CABC-3529-4607-88FB-BCEB2C4BA074}" sibTransId="{0A1648B8-90CE-476C-87D7-DA1EEDB5B01E}"/>
    <dgm:cxn modelId="{4CC6E39A-95EA-4CE2-9ED0-FEF3908CC733}" type="presOf" srcId="{C9EBF462-A560-4BAC-8F51-4FAE2C357D4B}" destId="{326AFD33-2C29-4009-9611-FF958FE05A8B}" srcOrd="0" destOrd="0" presId="urn:microsoft.com/office/officeart/2005/8/layout/bProcess3"/>
    <dgm:cxn modelId="{5ED7CCA6-EE38-43FE-BDA1-C0FBFEB2F396}" type="presOf" srcId="{E12B191C-3404-4398-8EC2-CC4649B68145}" destId="{247DF43F-9FC2-44D3-88B9-E4D17B99A4A9}" srcOrd="0" destOrd="0" presId="urn:microsoft.com/office/officeart/2005/8/layout/bProcess3"/>
    <dgm:cxn modelId="{624A0FA8-07E1-42D4-A8DD-5F64A04B9A8F}" srcId="{2C1DF77F-2EFF-4538-9402-019A0DC674AC}" destId="{05E0B38E-0F6C-4A5F-873D-A6BC6562C0EC}" srcOrd="5" destOrd="0" parTransId="{05A02B6E-8C2E-4746-BA90-726327968966}" sibTransId="{E12B191C-3404-4398-8EC2-CC4649B68145}"/>
    <dgm:cxn modelId="{F8AF74B6-540D-4243-BA54-6678CB189E99}" type="presOf" srcId="{05E0B38E-0F6C-4A5F-873D-A6BC6562C0EC}" destId="{523AF979-71BD-4F5B-8FD9-126DD4E5F547}" srcOrd="0" destOrd="0" presId="urn:microsoft.com/office/officeart/2005/8/layout/bProcess3"/>
    <dgm:cxn modelId="{4E9373C7-017D-443B-BA20-4C3659CE5041}" type="presOf" srcId="{E12B191C-3404-4398-8EC2-CC4649B68145}" destId="{8BABA57D-6B32-4F0D-8ED5-411E90D70B0C}" srcOrd="1" destOrd="0" presId="urn:microsoft.com/office/officeart/2005/8/layout/bProcess3"/>
    <dgm:cxn modelId="{8D1B5BD0-E4CF-4228-A3B6-B4BC352B6474}" type="presOf" srcId="{AD26225D-0A5E-4BA2-A530-3C8F252CDB6C}" destId="{CA4C0B97-CC46-43F4-B491-46F0A49EA8DD}" srcOrd="1" destOrd="0" presId="urn:microsoft.com/office/officeart/2005/8/layout/bProcess3"/>
    <dgm:cxn modelId="{28D136E3-168E-44ED-9F1E-73122DC13AE1}" type="presOf" srcId="{81BFC51E-EE8C-4B0C-94A6-739C9FBDB1B2}" destId="{0106ACB8-CFF5-4777-A848-57E51BAA9E55}" srcOrd="1" destOrd="0" presId="urn:microsoft.com/office/officeart/2005/8/layout/bProcess3"/>
    <dgm:cxn modelId="{B4788AE8-CCDD-4114-9B1D-A2A8EE291B32}" type="presOf" srcId="{C9EBF462-A560-4BAC-8F51-4FAE2C357D4B}" destId="{0FB85888-C47E-451A-AF3D-1B8630D72DAD}" srcOrd="1" destOrd="0" presId="urn:microsoft.com/office/officeart/2005/8/layout/bProcess3"/>
    <dgm:cxn modelId="{73EC40EF-CBA5-4F3D-B10C-77C0ACD7AB33}" type="presOf" srcId="{2C1DF77F-2EFF-4538-9402-019A0DC674AC}" destId="{FDC76F8E-65CF-4A5F-979D-5EC3973A8E36}" srcOrd="0" destOrd="0" presId="urn:microsoft.com/office/officeart/2005/8/layout/bProcess3"/>
    <dgm:cxn modelId="{34CFA5F4-0384-4A27-8536-542EE0EAB97E}" type="presOf" srcId="{0A1648B8-90CE-476C-87D7-DA1EEDB5B01E}" destId="{BACDBFE9-B2FB-4921-9AE2-C4F7BCBBAF4D}" srcOrd="0" destOrd="0" presId="urn:microsoft.com/office/officeart/2005/8/layout/bProcess3"/>
    <dgm:cxn modelId="{C0DF3309-DC8B-4A67-A89C-6105A998CA58}" type="presParOf" srcId="{FDC76F8E-65CF-4A5F-979D-5EC3973A8E36}" destId="{4F746BC7-969E-48AA-A4B8-62D351B4028E}" srcOrd="0" destOrd="0" presId="urn:microsoft.com/office/officeart/2005/8/layout/bProcess3"/>
    <dgm:cxn modelId="{82585749-4C5E-4214-9A20-A269AE6162D3}" type="presParOf" srcId="{FDC76F8E-65CF-4A5F-979D-5EC3973A8E36}" destId="{981878EA-4B77-40BD-BBFB-A7D355F6B5F5}" srcOrd="1" destOrd="0" presId="urn:microsoft.com/office/officeart/2005/8/layout/bProcess3"/>
    <dgm:cxn modelId="{95848015-F4ED-4845-8C84-E6BE66E3E819}" type="presParOf" srcId="{981878EA-4B77-40BD-BBFB-A7D355F6B5F5}" destId="{D1C6B190-825F-4FB1-B208-5ECEAB2422D8}" srcOrd="0" destOrd="0" presId="urn:microsoft.com/office/officeart/2005/8/layout/bProcess3"/>
    <dgm:cxn modelId="{4E791D24-AE81-4933-A31B-085649A74C37}" type="presParOf" srcId="{FDC76F8E-65CF-4A5F-979D-5EC3973A8E36}" destId="{3E751AB2-AC77-47FD-8FE3-6A32C05D8153}" srcOrd="2" destOrd="0" presId="urn:microsoft.com/office/officeart/2005/8/layout/bProcess3"/>
    <dgm:cxn modelId="{73370430-CB2F-486C-8286-0C4450ABC414}" type="presParOf" srcId="{FDC76F8E-65CF-4A5F-979D-5EC3973A8E36}" destId="{4E78B106-3729-438E-A85A-5DABD67809EC}" srcOrd="3" destOrd="0" presId="urn:microsoft.com/office/officeart/2005/8/layout/bProcess3"/>
    <dgm:cxn modelId="{28BB4EE0-887A-4728-BDED-07E9E24546D0}" type="presParOf" srcId="{4E78B106-3729-438E-A85A-5DABD67809EC}" destId="{CA4C0B97-CC46-43F4-B491-46F0A49EA8DD}" srcOrd="0" destOrd="0" presId="urn:microsoft.com/office/officeart/2005/8/layout/bProcess3"/>
    <dgm:cxn modelId="{4DB509CD-4E84-48E6-84B6-B24125623556}" type="presParOf" srcId="{FDC76F8E-65CF-4A5F-979D-5EC3973A8E36}" destId="{D3C4D2F0-F986-4203-B4E5-687180F4B93D}" srcOrd="4" destOrd="0" presId="urn:microsoft.com/office/officeart/2005/8/layout/bProcess3"/>
    <dgm:cxn modelId="{5F8A9884-B977-4F37-86FB-EAB51062EA45}" type="presParOf" srcId="{FDC76F8E-65CF-4A5F-979D-5EC3973A8E36}" destId="{477C65B3-1F4D-4DF6-BC3D-FA1941EC4B0B}" srcOrd="5" destOrd="0" presId="urn:microsoft.com/office/officeart/2005/8/layout/bProcess3"/>
    <dgm:cxn modelId="{EB9BAC37-3EF8-4FC2-AE11-CF0445B804A1}" type="presParOf" srcId="{477C65B3-1F4D-4DF6-BC3D-FA1941EC4B0B}" destId="{0106ACB8-CFF5-4777-A848-57E51BAA9E55}" srcOrd="0" destOrd="0" presId="urn:microsoft.com/office/officeart/2005/8/layout/bProcess3"/>
    <dgm:cxn modelId="{E1854AA8-8DA9-4964-965C-B0309E918860}" type="presParOf" srcId="{FDC76F8E-65CF-4A5F-979D-5EC3973A8E36}" destId="{60EEA6CC-9592-4370-9271-E55D8133F960}" srcOrd="6" destOrd="0" presId="urn:microsoft.com/office/officeart/2005/8/layout/bProcess3"/>
    <dgm:cxn modelId="{A9E59D2F-0323-411B-98DC-0454548E8E7E}" type="presParOf" srcId="{FDC76F8E-65CF-4A5F-979D-5EC3973A8E36}" destId="{BACDBFE9-B2FB-4921-9AE2-C4F7BCBBAF4D}" srcOrd="7" destOrd="0" presId="urn:microsoft.com/office/officeart/2005/8/layout/bProcess3"/>
    <dgm:cxn modelId="{B8299150-8DBB-458E-8AC2-D2AC7C71CD23}" type="presParOf" srcId="{BACDBFE9-B2FB-4921-9AE2-C4F7BCBBAF4D}" destId="{5ED07E9B-64A9-4A17-A328-640F18548C0B}" srcOrd="0" destOrd="0" presId="urn:microsoft.com/office/officeart/2005/8/layout/bProcess3"/>
    <dgm:cxn modelId="{6D4281DD-D777-4079-A141-27CD3BEE5935}" type="presParOf" srcId="{FDC76F8E-65CF-4A5F-979D-5EC3973A8E36}" destId="{7AFC7F53-6FA9-455D-9B6D-4FF16CE2053D}" srcOrd="8" destOrd="0" presId="urn:microsoft.com/office/officeart/2005/8/layout/bProcess3"/>
    <dgm:cxn modelId="{5390A1BE-7516-4241-8FDC-B63C5C857C82}" type="presParOf" srcId="{FDC76F8E-65CF-4A5F-979D-5EC3973A8E36}" destId="{326AFD33-2C29-4009-9611-FF958FE05A8B}" srcOrd="9" destOrd="0" presId="urn:microsoft.com/office/officeart/2005/8/layout/bProcess3"/>
    <dgm:cxn modelId="{258E4F9B-D5D4-4892-B7C1-23746D441CDA}" type="presParOf" srcId="{326AFD33-2C29-4009-9611-FF958FE05A8B}" destId="{0FB85888-C47E-451A-AF3D-1B8630D72DAD}" srcOrd="0" destOrd="0" presId="urn:microsoft.com/office/officeart/2005/8/layout/bProcess3"/>
    <dgm:cxn modelId="{E3C868EE-D26D-4009-B6EB-55EEBCA707DF}" type="presParOf" srcId="{FDC76F8E-65CF-4A5F-979D-5EC3973A8E36}" destId="{523AF979-71BD-4F5B-8FD9-126DD4E5F547}" srcOrd="10" destOrd="0" presId="urn:microsoft.com/office/officeart/2005/8/layout/bProcess3"/>
    <dgm:cxn modelId="{6A749620-AB3D-4CBC-B3BF-6D5C1CF16D36}" type="presParOf" srcId="{FDC76F8E-65CF-4A5F-979D-5EC3973A8E36}" destId="{247DF43F-9FC2-44D3-88B9-E4D17B99A4A9}" srcOrd="11" destOrd="0" presId="urn:microsoft.com/office/officeart/2005/8/layout/bProcess3"/>
    <dgm:cxn modelId="{75266F1B-3B5F-4CA8-9F89-5BAB7CE0F3DD}" type="presParOf" srcId="{247DF43F-9FC2-44D3-88B9-E4D17B99A4A9}" destId="{8BABA57D-6B32-4F0D-8ED5-411E90D70B0C}" srcOrd="0" destOrd="0" presId="urn:microsoft.com/office/officeart/2005/8/layout/bProcess3"/>
    <dgm:cxn modelId="{89F0417C-AC1D-44D7-9294-F744A1B4997B}" type="presParOf" srcId="{FDC76F8E-65CF-4A5F-979D-5EC3973A8E36}" destId="{F3D6CC26-F0C3-45F9-B358-E99D9CBE3943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878EA-4B77-40BD-BBFB-A7D355F6B5F5}">
      <dsp:nvSpPr>
        <dsp:cNvPr id="0" name=""/>
        <dsp:cNvSpPr/>
      </dsp:nvSpPr>
      <dsp:spPr>
        <a:xfrm>
          <a:off x="2431094" y="800453"/>
          <a:ext cx="5284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844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81339" y="843378"/>
        <a:ext cx="27952" cy="5590"/>
      </dsp:txXfrm>
    </dsp:sp>
    <dsp:sp modelId="{4F746BC7-969E-48AA-A4B8-62D351B4028E}">
      <dsp:nvSpPr>
        <dsp:cNvPr id="0" name=""/>
        <dsp:cNvSpPr/>
      </dsp:nvSpPr>
      <dsp:spPr>
        <a:xfrm>
          <a:off x="2269" y="116986"/>
          <a:ext cx="2430624" cy="1458374"/>
        </a:xfrm>
        <a:prstGeom prst="flowChartPrepa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Loading</a:t>
          </a:r>
        </a:p>
      </dsp:txBody>
      <dsp:txXfrm>
        <a:off x="488394" y="116986"/>
        <a:ext cx="1458374" cy="1458374"/>
      </dsp:txXfrm>
    </dsp:sp>
    <dsp:sp modelId="{4E78B106-3729-438E-A85A-5DABD67809EC}">
      <dsp:nvSpPr>
        <dsp:cNvPr id="0" name=""/>
        <dsp:cNvSpPr/>
      </dsp:nvSpPr>
      <dsp:spPr>
        <a:xfrm>
          <a:off x="5420762" y="800453"/>
          <a:ext cx="5284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8443" y="45720"/>
              </a:lnTo>
            </a:path>
          </a:pathLst>
        </a:custGeom>
        <a:noFill/>
        <a:ln w="9525" cap="flat" cmpd="sng" algn="ctr">
          <a:solidFill>
            <a:schemeClr val="accent3">
              <a:hueOff val="2250053"/>
              <a:satOff val="-3376"/>
              <a:lumOff val="-549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71008" y="843378"/>
        <a:ext cx="27952" cy="5590"/>
      </dsp:txXfrm>
    </dsp:sp>
    <dsp:sp modelId="{3E751AB2-AC77-47FD-8FE3-6A32C05D8153}">
      <dsp:nvSpPr>
        <dsp:cNvPr id="0" name=""/>
        <dsp:cNvSpPr/>
      </dsp:nvSpPr>
      <dsp:spPr>
        <a:xfrm>
          <a:off x="2991937" y="116986"/>
          <a:ext cx="2430624" cy="1458374"/>
        </a:xfrm>
        <a:prstGeom prst="flowChartPreparation">
          <a:avLst/>
        </a:prstGeom>
        <a:solidFill>
          <a:schemeClr val="accent3">
            <a:hueOff val="1875044"/>
            <a:satOff val="-2813"/>
            <a:lumOff val="-45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Preprocessing</a:t>
          </a:r>
        </a:p>
      </dsp:txBody>
      <dsp:txXfrm>
        <a:off x="3478062" y="116986"/>
        <a:ext cx="1458374" cy="1458374"/>
      </dsp:txXfrm>
    </dsp:sp>
    <dsp:sp modelId="{477C65B3-1F4D-4DF6-BC3D-FA1941EC4B0B}">
      <dsp:nvSpPr>
        <dsp:cNvPr id="0" name=""/>
        <dsp:cNvSpPr/>
      </dsp:nvSpPr>
      <dsp:spPr>
        <a:xfrm>
          <a:off x="8410431" y="800453"/>
          <a:ext cx="5284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8443" y="45720"/>
              </a:lnTo>
            </a:path>
          </a:pathLst>
        </a:custGeom>
        <a:noFill/>
        <a:ln w="9525" cap="flat" cmpd="sng" algn="ctr">
          <a:solidFill>
            <a:schemeClr val="accent3">
              <a:hueOff val="4500106"/>
              <a:satOff val="-6752"/>
              <a:lumOff val="-1098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60677" y="843378"/>
        <a:ext cx="27952" cy="5590"/>
      </dsp:txXfrm>
    </dsp:sp>
    <dsp:sp modelId="{D3C4D2F0-F986-4203-B4E5-687180F4B93D}">
      <dsp:nvSpPr>
        <dsp:cNvPr id="0" name=""/>
        <dsp:cNvSpPr/>
      </dsp:nvSpPr>
      <dsp:spPr>
        <a:xfrm>
          <a:off x="5981606" y="116986"/>
          <a:ext cx="2430624" cy="1458374"/>
        </a:xfrm>
        <a:prstGeom prst="flowChartPreparation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Splitting Data</a:t>
          </a:r>
        </a:p>
      </dsp:txBody>
      <dsp:txXfrm>
        <a:off x="6467731" y="116986"/>
        <a:ext cx="1458374" cy="1458374"/>
      </dsp:txXfrm>
    </dsp:sp>
    <dsp:sp modelId="{BACDBFE9-B2FB-4921-9AE2-C4F7BCBBAF4D}">
      <dsp:nvSpPr>
        <dsp:cNvPr id="0" name=""/>
        <dsp:cNvSpPr/>
      </dsp:nvSpPr>
      <dsp:spPr>
        <a:xfrm>
          <a:off x="1217581" y="1573561"/>
          <a:ext cx="8969005" cy="528443"/>
        </a:xfrm>
        <a:custGeom>
          <a:avLst/>
          <a:gdLst/>
          <a:ahLst/>
          <a:cxnLst/>
          <a:rect l="0" t="0" r="0" b="0"/>
          <a:pathLst>
            <a:path>
              <a:moveTo>
                <a:pt x="8969005" y="0"/>
              </a:moveTo>
              <a:lnTo>
                <a:pt x="8969005" y="281321"/>
              </a:lnTo>
              <a:lnTo>
                <a:pt x="0" y="281321"/>
              </a:lnTo>
              <a:lnTo>
                <a:pt x="0" y="528443"/>
              </a:lnTo>
            </a:path>
          </a:pathLst>
        </a:custGeom>
        <a:noFill/>
        <a:ln w="9525" cap="flat" cmpd="sng" algn="ctr">
          <a:solidFill>
            <a:schemeClr val="accent3">
              <a:hueOff val="6750158"/>
              <a:satOff val="-10128"/>
              <a:lumOff val="-1647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77424" y="1834987"/>
        <a:ext cx="449320" cy="5590"/>
      </dsp:txXfrm>
    </dsp:sp>
    <dsp:sp modelId="{60EEA6CC-9592-4370-9271-E55D8133F960}">
      <dsp:nvSpPr>
        <dsp:cNvPr id="0" name=""/>
        <dsp:cNvSpPr/>
      </dsp:nvSpPr>
      <dsp:spPr>
        <a:xfrm>
          <a:off x="8971274" y="116986"/>
          <a:ext cx="2430624" cy="1458374"/>
        </a:xfrm>
        <a:prstGeom prst="flowChartPreparati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Model Selection</a:t>
          </a:r>
        </a:p>
      </dsp:txBody>
      <dsp:txXfrm>
        <a:off x="9457399" y="116986"/>
        <a:ext cx="1458374" cy="1458374"/>
      </dsp:txXfrm>
    </dsp:sp>
    <dsp:sp modelId="{326AFD33-2C29-4009-9611-FF958FE05A8B}">
      <dsp:nvSpPr>
        <dsp:cNvPr id="0" name=""/>
        <dsp:cNvSpPr/>
      </dsp:nvSpPr>
      <dsp:spPr>
        <a:xfrm>
          <a:off x="2431094" y="2808042"/>
          <a:ext cx="5185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5549"/>
              </a:moveTo>
              <a:lnTo>
                <a:pt x="276399" y="55549"/>
              </a:lnTo>
              <a:lnTo>
                <a:pt x="276399" y="45720"/>
              </a:lnTo>
              <a:lnTo>
                <a:pt x="518599" y="45720"/>
              </a:lnTo>
            </a:path>
          </a:pathLst>
        </a:custGeom>
        <a:noFill/>
        <a:ln w="9525" cap="flat" cmpd="sng" algn="ctr">
          <a:solidFill>
            <a:schemeClr val="accent3">
              <a:hueOff val="9000211"/>
              <a:satOff val="-13504"/>
              <a:lumOff val="-2196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6661" y="2850967"/>
        <a:ext cx="27464" cy="5590"/>
      </dsp:txXfrm>
    </dsp:sp>
    <dsp:sp modelId="{7AFC7F53-6FA9-455D-9B6D-4FF16CE2053D}">
      <dsp:nvSpPr>
        <dsp:cNvPr id="0" name=""/>
        <dsp:cNvSpPr/>
      </dsp:nvSpPr>
      <dsp:spPr>
        <a:xfrm>
          <a:off x="2269" y="2134404"/>
          <a:ext cx="2430624" cy="1458374"/>
        </a:xfrm>
        <a:prstGeom prst="flowChartPreparation">
          <a:avLst/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Model Training</a:t>
          </a:r>
        </a:p>
      </dsp:txBody>
      <dsp:txXfrm>
        <a:off x="488394" y="2134404"/>
        <a:ext cx="1458374" cy="1458374"/>
      </dsp:txXfrm>
    </dsp:sp>
    <dsp:sp modelId="{247DF43F-9FC2-44D3-88B9-E4D17B99A4A9}">
      <dsp:nvSpPr>
        <dsp:cNvPr id="0" name=""/>
        <dsp:cNvSpPr/>
      </dsp:nvSpPr>
      <dsp:spPr>
        <a:xfrm>
          <a:off x="5410918" y="2808042"/>
          <a:ext cx="538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243" y="45720"/>
              </a:lnTo>
              <a:lnTo>
                <a:pt x="286243" y="55549"/>
              </a:lnTo>
              <a:lnTo>
                <a:pt x="538287" y="55549"/>
              </a:lnTo>
            </a:path>
          </a:pathLst>
        </a:custGeom>
        <a:noFill/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65838" y="2850967"/>
        <a:ext cx="28448" cy="5590"/>
      </dsp:txXfrm>
    </dsp:sp>
    <dsp:sp modelId="{523AF979-71BD-4F5B-8FD9-126DD4E5F547}">
      <dsp:nvSpPr>
        <dsp:cNvPr id="0" name=""/>
        <dsp:cNvSpPr/>
      </dsp:nvSpPr>
      <dsp:spPr>
        <a:xfrm>
          <a:off x="2982093" y="2124575"/>
          <a:ext cx="2430624" cy="1458374"/>
        </a:xfrm>
        <a:prstGeom prst="flowChartPreparation">
          <a:avLst/>
        </a:prstGeom>
        <a:solidFill>
          <a:schemeClr val="accent3">
            <a:hueOff val="9375220"/>
            <a:satOff val="-14067"/>
            <a:lumOff val="-228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Prediction</a:t>
          </a:r>
        </a:p>
      </dsp:txBody>
      <dsp:txXfrm>
        <a:off x="3468218" y="2124575"/>
        <a:ext cx="1458374" cy="1458374"/>
      </dsp:txXfrm>
    </dsp:sp>
    <dsp:sp modelId="{F3D6CC26-F0C3-45F9-B358-E99D9CBE3943}">
      <dsp:nvSpPr>
        <dsp:cNvPr id="0" name=""/>
        <dsp:cNvSpPr/>
      </dsp:nvSpPr>
      <dsp:spPr>
        <a:xfrm>
          <a:off x="5981606" y="2134404"/>
          <a:ext cx="2430624" cy="1458374"/>
        </a:xfrm>
        <a:prstGeom prst="flowChartPreparati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Evaluation</a:t>
          </a:r>
        </a:p>
      </dsp:txBody>
      <dsp:txXfrm>
        <a:off x="6467731" y="2134404"/>
        <a:ext cx="1458374" cy="1458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BDA1C-F6A4-4A37-A7D5-BC660192572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F4E3C-6D92-4876-92E6-C4B01547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0D5F-7085-4BA1-993C-3D2CB0CC77DF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8E88-FF90-4E34-84C6-7CF26E1FC0D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CA3E-9BE7-47CE-9E60-E09D9B4DE732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FA6D-95A1-4303-91CD-2771303213D0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5BCBD-DA71-4A92-909D-6B2610B61C90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D55E-AADF-49EA-A884-276A72A60D1F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5096-A673-4F98-8C40-E9633C1DDFAB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DBB4-BBE5-4FC2-9C38-CA72CF93D849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46DD-6E1B-4E36-9A94-605237675D8B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6A77-36EC-4A01-AEE2-0A299F17E289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A894-964D-4C49-ACDF-172DAEABBCAF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8F093-8C67-4D79-9FEE-1CC2490A149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733" y="2989389"/>
            <a:ext cx="11409162" cy="38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ubtitle 2"/>
          <p:cNvSpPr txBox="1">
            <a:spLocks/>
          </p:cNvSpPr>
          <p:nvPr/>
        </p:nvSpPr>
        <p:spPr>
          <a:xfrm>
            <a:off x="596434" y="6169591"/>
            <a:ext cx="10993546" cy="6579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cap="none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School of Electrical Engineering and Computer Science (SEECS),  NUST,  Pakistan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46" y="645379"/>
            <a:ext cx="2526886" cy="2526886"/>
          </a:xfrm>
          <a:prstGeom prst="rect">
            <a:avLst/>
          </a:prstGeom>
        </p:spPr>
      </p:pic>
      <p:sp>
        <p:nvSpPr>
          <p:cNvPr id="26" name="Title 1"/>
          <p:cNvSpPr txBox="1">
            <a:spLocks/>
          </p:cNvSpPr>
          <p:nvPr/>
        </p:nvSpPr>
        <p:spPr>
          <a:xfrm>
            <a:off x="825305" y="3197135"/>
            <a:ext cx="4600136" cy="70430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</a:rPr>
              <a:t>Suneela Zafar</a:t>
            </a: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6" y="92762"/>
            <a:ext cx="11409162" cy="61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789864" y="907364"/>
            <a:ext cx="8662730" cy="88626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A3E61"/>
                </a:solidFill>
              </a:rPr>
              <a:t>MACHINE LEARNING LAB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825304" y="1779559"/>
            <a:ext cx="8662730" cy="92846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C68B1"/>
                </a:solidFill>
              </a:rPr>
              <a:t>Introduction </a:t>
            </a:r>
            <a:r>
              <a:rPr lang="en-US" sz="4800" b="1" cap="none">
                <a:solidFill>
                  <a:srgbClr val="2C68B1"/>
                </a:solidFill>
              </a:rPr>
              <a:t>to scikit-learn</a:t>
            </a:r>
            <a:endParaRPr lang="en-US" sz="4800" b="1" cap="none" dirty="0">
              <a:solidFill>
                <a:srgbClr val="2C68B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6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What is Scikit-learn?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r>
              <a:rPr lang="en-US" dirty="0"/>
              <a:t>Scikit-learn (</a:t>
            </a:r>
            <a:r>
              <a:rPr lang="en-US" dirty="0" err="1"/>
              <a:t>Sklearn</a:t>
            </a:r>
            <a:r>
              <a:rPr lang="en-US" dirty="0"/>
              <a:t>) provides a selection of efficient tools for machine learning and statistical modeling including classification, regression, clustering and dimensionality reduction.</a:t>
            </a:r>
          </a:p>
          <a:p>
            <a:r>
              <a:rPr dirty="0"/>
              <a:t>Built on top of NumPy, SciPy, and Matplotlib.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3B5BF-E764-30AB-5141-957304F1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1E2B-FA7C-FE03-0B80-329711D5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3E6292"/>
                </a:solidFill>
              </a:rPr>
              <a:t>Compatibility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3AFC-B38E-AD4A-ED79-87256333F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(&gt;=3.5)</a:t>
            </a:r>
          </a:p>
          <a:p>
            <a:r>
              <a:rPr lang="en-US" dirty="0"/>
              <a:t>NumPy (&gt;= 1.11.0)</a:t>
            </a:r>
          </a:p>
          <a:p>
            <a:r>
              <a:rPr lang="en-US" dirty="0" err="1"/>
              <a:t>Scipy</a:t>
            </a:r>
            <a:r>
              <a:rPr lang="en-US" dirty="0"/>
              <a:t> (&gt;= 0.17.0)</a:t>
            </a:r>
          </a:p>
          <a:p>
            <a:r>
              <a:rPr lang="en-US" dirty="0"/>
              <a:t>Matplotlib (&gt;= 1.5.1) is required for </a:t>
            </a:r>
            <a:r>
              <a:rPr lang="en-US" dirty="0" err="1"/>
              <a:t>Sklearn</a:t>
            </a:r>
            <a:r>
              <a:rPr lang="en-US" dirty="0"/>
              <a:t> plotting capabilities.</a:t>
            </a:r>
          </a:p>
          <a:p>
            <a:r>
              <a:rPr lang="en-US" dirty="0"/>
              <a:t>Pandas (&gt;= 0.18.0) is required for some of the scikit-learn examples using data structure and analysis.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5BA88-B0AB-31A3-B9EE-FDF3D757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8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Scikit-learn Modelling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29FB62-9E13-EAB6-1292-3026352C4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9481205"/>
              </p:ext>
            </p:extLst>
          </p:nvPr>
        </p:nvGraphicFramePr>
        <p:xfrm>
          <a:off x="414205" y="2202426"/>
          <a:ext cx="11404169" cy="3709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539E4BE-E33A-4E8C-FAE3-680EC3CCEE9B}"/>
              </a:ext>
            </a:extLst>
          </p:cNvPr>
          <p:cNvGrpSpPr/>
          <p:nvPr/>
        </p:nvGrpSpPr>
        <p:grpSpPr>
          <a:xfrm>
            <a:off x="790246" y="1498621"/>
            <a:ext cx="5449572" cy="993325"/>
            <a:chOff x="-4189757" y="1488234"/>
            <a:chExt cx="5449572" cy="25351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782C58-1248-07C0-8003-6A78F1296C56}"/>
                </a:ext>
              </a:extLst>
            </p:cNvPr>
            <p:cNvSpPr/>
            <p:nvPr/>
          </p:nvSpPr>
          <p:spPr>
            <a:xfrm>
              <a:off x="126605" y="3030106"/>
              <a:ext cx="1133210" cy="99332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248031-EABE-AC70-A298-ECD06BEFC23F}"/>
                </a:ext>
              </a:extLst>
            </p:cNvPr>
            <p:cNvSpPr txBox="1"/>
            <p:nvPr/>
          </p:nvSpPr>
          <p:spPr>
            <a:xfrm>
              <a:off x="-4189757" y="1488234"/>
              <a:ext cx="5305754" cy="9933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The standard workflow includes: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79BB27-F6BB-82B8-FB0D-A5AF57C8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</p:cTn>
                  </p:par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Data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Scikit-learn can load sample datasets or read data from files (CSV, Excel, etc.).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dirty="0"/>
            </a:b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datasets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iris = </a:t>
            </a: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datasets.load_iris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iris.data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[:5])</a:t>
            </a:r>
            <a:endParaRPr sz="28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AD8EA-F688-9416-1913-07415225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8" y="18999"/>
            <a:ext cx="10972800" cy="1143000"/>
          </a:xfrm>
        </p:spPr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Data Preprocessing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61884"/>
                <a:ext cx="10972800" cy="539790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dirty="0"/>
                  <a:t>Data preprocessing includes handling missing values, scaling, and encoding.</a:t>
                </a:r>
              </a:p>
              <a:p>
                <a:pPr marL="0" indent="0">
                  <a:buNone/>
                </a:pPr>
                <a:r>
                  <a:rPr dirty="0"/>
                  <a:t>Scikit-learn provides preprocessing modules for normalization and standardization.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scaler has methods: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fit() – to compute the mean and std of the data.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transform() – to scale the data using those values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fit_transform</a:t>
                </a:r>
                <a:r>
                  <a:rPr lang="en-US" dirty="0"/>
                  <a:t>() – to do both in one step.</a:t>
                </a:r>
                <a:endParaRPr dirty="0"/>
              </a:p>
              <a:p>
                <a:pPr marL="0" indent="0">
                  <a:buNone/>
                </a:pPr>
                <a:br>
                  <a:rPr sz="2800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400" b="1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from </a:t>
                </a:r>
                <a:r>
                  <a:rPr lang="en-US" sz="2400" b="1" dirty="0" err="1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sklearn.preprocessing</a:t>
                </a:r>
                <a:r>
                  <a:rPr lang="en-US" sz="2400" b="1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StandardScaler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3E629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scaler = StandardScaler()</a:t>
                </a:r>
              </a:p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X_scaled</a:t>
                </a:r>
                <a:r>
                  <a:rPr lang="en-US" sz="2400" b="1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2400" b="1" dirty="0" err="1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scaler.fit_transform</a:t>
                </a:r>
                <a:r>
                  <a:rPr lang="en-US" sz="2400" b="1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400" b="1" dirty="0" err="1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iris.data</a:t>
                </a:r>
                <a:r>
                  <a:rPr lang="en-US" sz="2400" b="1" dirty="0">
                    <a:solidFill>
                      <a:srgbClr val="3E62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sz="2400" b="1" dirty="0">
                  <a:solidFill>
                    <a:srgbClr val="3E629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61884"/>
                <a:ext cx="10972800" cy="5397909"/>
              </a:xfrm>
              <a:blipFill>
                <a:blip r:embed="rId2"/>
                <a:stretch>
                  <a:fillRect l="-1278" t="-2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8416AA-59B2-8609-4A41-304628AF6E70}"/>
                  </a:ext>
                </a:extLst>
              </p:cNvPr>
              <p:cNvSpPr txBox="1"/>
              <p:nvPr/>
            </p:nvSpPr>
            <p:spPr>
              <a:xfrm>
                <a:off x="8534401" y="2897732"/>
                <a:ext cx="3047999" cy="108754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transform is applied as:</a:t>
                </a:r>
              </a:p>
              <a:p>
                <a:endParaRPr lang="en-US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scale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𝒎𝒆𝒂𝒏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𝑺𝒕𝒅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8416AA-59B2-8609-4A41-304628AF6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1" y="2897732"/>
                <a:ext cx="3047999" cy="1087542"/>
              </a:xfrm>
              <a:prstGeom prst="rect">
                <a:avLst/>
              </a:prstGeom>
              <a:blipFill>
                <a:blip r:embed="rId3"/>
                <a:stretch>
                  <a:fillRect l="-1190" t="-1639" b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25ADF-311B-CCD7-2DDA-2903FE03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Splitting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Before training, data is divided into training and testing sets using </a:t>
            </a:r>
            <a:r>
              <a:rPr dirty="0" err="1"/>
              <a:t>train_test_split</a:t>
            </a:r>
            <a:r>
              <a:rPr dirty="0"/>
              <a:t>.</a:t>
            </a:r>
          </a:p>
          <a:p>
            <a:pPr marL="0" indent="0">
              <a:buNone/>
            </a:pPr>
            <a:br>
              <a:rPr dirty="0"/>
            </a:b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sklearn.model_selection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train_test_split</a:t>
            </a:r>
            <a:endParaRPr lang="en-US" sz="24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train_test_split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iris.data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iris.target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test_size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=0.2, </a:t>
            </a:r>
            <a:r>
              <a:rPr lang="en-US" sz="24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random_state</a:t>
            </a:r>
            <a:r>
              <a:rPr lang="en-US" sz="24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=42)</a:t>
            </a:r>
            <a:endParaRPr sz="24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860FA-1F55-7BEC-0DA7-543C30DC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Scikit-learn provides various algorithms such as:</a:t>
            </a:r>
          </a:p>
          <a:p>
            <a:pPr marL="0" indent="0">
              <a:buNone/>
            </a:pPr>
            <a:r>
              <a:rPr dirty="0"/>
              <a:t>Linear Regression</a:t>
            </a:r>
          </a:p>
          <a:p>
            <a:pPr marL="0" indent="0">
              <a:buNone/>
            </a:pPr>
            <a:r>
              <a:rPr dirty="0"/>
              <a:t>Decision Trees</a:t>
            </a:r>
          </a:p>
          <a:p>
            <a:pPr marL="0" indent="0">
              <a:buNone/>
            </a:pPr>
            <a:r>
              <a:rPr dirty="0"/>
              <a:t>SVM</a:t>
            </a:r>
          </a:p>
          <a:p>
            <a:pPr marL="0" indent="0">
              <a:buNone/>
            </a:pPr>
            <a:r>
              <a:rPr dirty="0"/>
              <a:t>KNN</a:t>
            </a:r>
          </a:p>
          <a:p>
            <a:pPr marL="0" indent="0">
              <a:buNone/>
            </a:pPr>
            <a:r>
              <a:rPr dirty="0"/>
              <a:t>Random Forests</a:t>
            </a:r>
            <a:br>
              <a:rPr dirty="0"/>
            </a:br>
            <a:br>
              <a:rPr dirty="0"/>
            </a:br>
            <a:r>
              <a:rPr lang="en-US" sz="26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6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en-US" sz="26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6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LogisticRegression</a:t>
            </a:r>
            <a:endParaRPr lang="en-US" sz="26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en-US" sz="26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LogisticRegression</a:t>
            </a:r>
            <a:r>
              <a:rPr lang="en-US" sz="26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z="26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198D-E21C-2085-6B12-F38E6A84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Training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Fit the model to the training data using the .fit() method.</a:t>
            </a:r>
          </a:p>
          <a:p>
            <a:pPr marL="0" indent="0">
              <a:buNone/>
            </a:pPr>
            <a:br>
              <a:rPr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A81E6-C0BC-0067-D9C4-1B6F23F8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Making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Once trained, the model can make predictions on new data using .predict().</a:t>
            </a:r>
          </a:p>
          <a:p>
            <a:pPr marL="0" indent="0">
              <a:buNone/>
            </a:pPr>
            <a:br>
              <a:rPr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model.predict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[:10])</a:t>
            </a:r>
            <a:endParaRPr sz="2800" b="1" dirty="0">
              <a:solidFill>
                <a:srgbClr val="3E629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37638-4AC6-0D2B-4FC7-3415E84F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3E6292"/>
                </a:solidFill>
              </a:rPr>
              <a:t>Evaluating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Scikit-learn provides metrics like </a:t>
            </a:r>
            <a:r>
              <a:rPr dirty="0" err="1"/>
              <a:t>accuracy_score</a:t>
            </a:r>
            <a:r>
              <a:rPr dirty="0"/>
              <a:t>, </a:t>
            </a:r>
            <a:r>
              <a:rPr dirty="0" err="1"/>
              <a:t>confusion_matrix</a:t>
            </a:r>
            <a:r>
              <a:rPr dirty="0"/>
              <a:t>, and </a:t>
            </a:r>
            <a:r>
              <a:rPr dirty="0" err="1"/>
              <a:t>classification_report</a:t>
            </a:r>
            <a:r>
              <a:rPr dirty="0"/>
              <a:t>.</a:t>
            </a:r>
          </a:p>
          <a:p>
            <a:pPr marL="0" indent="0">
              <a:buNone/>
            </a:pPr>
            <a:br>
              <a:rPr dirty="0"/>
            </a:br>
            <a: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sklearn.metrics</a:t>
            </a:r>
            <a: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accuracy_score</a:t>
            </a:r>
            <a:b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print('Accuracy:', </a:t>
            </a:r>
            <a:r>
              <a:rPr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accuracy_score</a:t>
            </a:r>
            <a: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sz="2800" b="1" dirty="0" err="1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sz="2800" b="1" dirty="0">
                <a:solidFill>
                  <a:srgbClr val="3E62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80290-6CC7-12F3-F74A-9A0C7090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492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Cambria Math</vt:lpstr>
      <vt:lpstr>Courier New</vt:lpstr>
      <vt:lpstr>Wingdings</vt:lpstr>
      <vt:lpstr>Office Theme</vt:lpstr>
      <vt:lpstr>PowerPoint Presentation</vt:lpstr>
      <vt:lpstr>What is Scikit-learn?</vt:lpstr>
      <vt:lpstr>Compatibility Check</vt:lpstr>
      <vt:lpstr>Scikit-learn Modelling Process</vt:lpstr>
      <vt:lpstr>Data Loading</vt:lpstr>
      <vt:lpstr>Data Preprocessing</vt:lpstr>
      <vt:lpstr>Splitting Data</vt:lpstr>
      <vt:lpstr>Model Selection</vt:lpstr>
      <vt:lpstr>Training the Model</vt:lpstr>
      <vt:lpstr>Making Predictions</vt:lpstr>
      <vt:lpstr>Evaluating the Model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S.Z</dc:creator>
  <cp:keywords/>
  <dc:description>generated using python-pptx</dc:description>
  <cp:lastModifiedBy>Suneela Zafar</cp:lastModifiedBy>
  <cp:revision>9</cp:revision>
  <dcterms:created xsi:type="dcterms:W3CDTF">2013-01-27T09:14:16Z</dcterms:created>
  <dcterms:modified xsi:type="dcterms:W3CDTF">2025-10-29T05:28:54Z</dcterms:modified>
  <cp:category/>
</cp:coreProperties>
</file>